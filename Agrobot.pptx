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20" r:id="rId4"/>
  </p:sldMasterIdLst>
  <p:notesMasterIdLst>
    <p:notesMasterId r:id="rId15"/>
  </p:notesMasterIdLst>
  <p:handoutMasterIdLst>
    <p:handoutMasterId r:id="rId16"/>
  </p:handoutMasterIdLst>
  <p:sldIdLst>
    <p:sldId id="281" r:id="rId5"/>
    <p:sldId id="355" r:id="rId6"/>
    <p:sldId id="283" r:id="rId7"/>
    <p:sldId id="361" r:id="rId8"/>
    <p:sldId id="351" r:id="rId9"/>
    <p:sldId id="360" r:id="rId10"/>
    <p:sldId id="272" r:id="rId11"/>
    <p:sldId id="362" r:id="rId12"/>
    <p:sldId id="363" r:id="rId13"/>
    <p:sldId id="284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60" userDrawn="1">
          <p15:clr>
            <a:srgbClr val="A4A3A4"/>
          </p15:clr>
        </p15:guide>
        <p15:guide id="2" pos="7392" userDrawn="1">
          <p15:clr>
            <a:srgbClr val="A4A3A4"/>
          </p15:clr>
        </p15:guide>
        <p15:guide id="3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474" autoAdjust="0"/>
    <p:restoredTop sz="94660"/>
  </p:normalViewPr>
  <p:slideViewPr>
    <p:cSldViewPr snapToGrid="0">
      <p:cViewPr varScale="1">
        <p:scale>
          <a:sx n="63" d="100"/>
          <a:sy n="63" d="100"/>
        </p:scale>
        <p:origin x="936" y="56"/>
      </p:cViewPr>
      <p:guideLst>
        <p:guide pos="360"/>
        <p:guide pos="7392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480"/>
    </p:cViewPr>
  </p:sorterViewPr>
  <p:notesViewPr>
    <p:cSldViewPr snapToGrid="0">
      <p:cViewPr varScale="1">
        <p:scale>
          <a:sx n="60" d="100"/>
          <a:sy n="60" d="100"/>
        </p:scale>
        <p:origin x="3187" y="4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microsoft.com/office/2018/10/relationships/authors" Target="author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9EB018AA-DEA7-448F-AE2F-C3D13A0F02A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FB87A71-96EB-4108-95A3-855A4C3601A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8647F05-0506-494A-8060-3F395B947DF9}" type="datetimeFigureOut">
              <a:rPr lang="en-US" smtClean="0"/>
              <a:t>11/27/2025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445591A-E83D-4F8A-B064-12B29D3154F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7AF2308-535F-471C-9423-3467454C92F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661E857-36B8-43F1-9D87-FE508167BCE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023140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8BC0A13-3F3D-45D4-B17C-1E0ACF36A6FB}" type="datetimeFigureOut">
              <a:rPr lang="en-US" smtClean="0"/>
              <a:t>11/27/2025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FAAAB6-A2C6-4A85-A3A1-98EFBA61C96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67529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b="0" i="0" dirty="0">
              <a:effectLst/>
              <a:latin typeface="Segoe UI" panose="020B0502040204020203" pitchFamily="34" charset="0"/>
            </a:endParaRPr>
          </a:p>
          <a:p>
            <a:r>
              <a:rPr lang="en-US" dirty="0"/>
              <a:t>ID=d924773e-9a16-4d6d-9803-8cb819e99682
Recipe=text_billboard
Type=TextOnly
Variant=0
FamilyID=AccentBoxWalbaum_Zero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AA36B1-75F6-458C-B388-8BC01E9857C8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3205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2DC0559-D619-4E56-BF6F-3712370C2150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45412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D22F03-8449-FC58-3FC1-F5C8E2654A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BD764C-9514-7C5C-58DC-CD4FCEA10C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3D0A5C-9CFD-A05D-CE05-80056CBDDE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3674AF-9E2A-499E-A6A7-5AEA6684FE5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2DC0559-D619-4E56-BF6F-3712370C2150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86618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BC5C50C9-5CB7-4938-BEDF-DD2FC7529FA9}"/>
              </a:ext>
            </a:extLst>
          </p:cNvPr>
          <p:cNvSpPr/>
          <p:nvPr userDrawn="1"/>
        </p:nvSpPr>
        <p:spPr>
          <a:xfrm>
            <a:off x="1528762" y="1473243"/>
            <a:ext cx="9144000" cy="3007447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2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0EB8136-4330-4480-80D9-0F6FD97061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01368" y="1664208"/>
            <a:ext cx="8586216" cy="2176272"/>
          </a:xfrm>
        </p:spPr>
        <p:txBody>
          <a:bodyPr anchor="ctr">
            <a:normAutofit/>
          </a:bodyPr>
          <a:lstStyle>
            <a:lvl1pPr algn="ctr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66E5739-DD96-45FB-B609-3E3447A52F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87168" y="4142232"/>
            <a:ext cx="7223760" cy="685800"/>
          </a:xfrm>
          <a:solidFill>
            <a:schemeClr val="accent1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28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696404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D358CF-0758-490A-A084-C46443B9A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4064" y="1078992"/>
            <a:ext cx="6272784" cy="1536192"/>
          </a:xfrm>
        </p:spPr>
        <p:txBody>
          <a:bodyPr anchor="b">
            <a:normAutofit/>
          </a:bodyPr>
          <a:lstStyle>
            <a:lvl1pPr>
              <a:defRPr sz="5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671183-B3CE-4F45-92FB-98290CA0E2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4064" y="3355848"/>
            <a:ext cx="6272784" cy="2825496"/>
          </a:xfrm>
        </p:spPr>
        <p:txBody>
          <a:bodyPr/>
          <a:lstStyle>
            <a:lvl1pPr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7DED67-27EC-4D43-A21C-093C1DB0481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05256" y="6356350"/>
            <a:ext cx="2743200" cy="365125"/>
          </a:xfrm>
        </p:spPr>
        <p:txBody>
          <a:bodyPr/>
          <a:lstStyle/>
          <a:p>
            <a:r>
              <a:rPr lang="en-US" dirty="0"/>
              <a:t>9/4/20XX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747CE3-4890-4BC1-94DB-5D49D02C99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41648" y="6356350"/>
            <a:ext cx="4114800" cy="365125"/>
          </a:xfrm>
        </p:spPr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3C5AD3-D79A-4D46-B25B-822FE02525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A65A5C87-DF58-40C8-B092-1DE63DB4547E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3EEEC07-DA87-4415-8D6B-72E1B2686535}"/>
              </a:ext>
            </a:extLst>
          </p:cNvPr>
          <p:cNvSpPr/>
          <p:nvPr userDrawn="1"/>
        </p:nvSpPr>
        <p:spPr>
          <a:xfrm rot="5400000">
            <a:off x="5317960" y="363389"/>
            <a:ext cx="73152" cy="5486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CC47E32-D289-4A1B-A3C7-A355CD5572E8}"/>
              </a:ext>
            </a:extLst>
          </p:cNvPr>
          <p:cNvSpPr/>
          <p:nvPr userDrawn="1"/>
        </p:nvSpPr>
        <p:spPr>
          <a:xfrm>
            <a:off x="5099266" y="2935541"/>
            <a:ext cx="6217920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D9F91D62-7A39-4697-A73D-908DBA590EF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57200" y="603504"/>
            <a:ext cx="4050792" cy="5577840"/>
          </a:xfrm>
        </p:spPr>
        <p:txBody>
          <a:bodyPr anchor="ctr"/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25875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2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D358CF-0758-490A-A084-C46443B9A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1078992"/>
            <a:ext cx="6272784" cy="1536192"/>
          </a:xfrm>
        </p:spPr>
        <p:txBody>
          <a:bodyPr anchor="b">
            <a:normAutofit/>
          </a:bodyPr>
          <a:lstStyle>
            <a:lvl1pPr>
              <a:defRPr sz="5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671183-B3CE-4F45-92FB-98290CA0E2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8" y="3355848"/>
            <a:ext cx="6272784" cy="2825496"/>
          </a:xfrm>
        </p:spPr>
        <p:txBody>
          <a:bodyPr/>
          <a:lstStyle>
            <a:lvl1pPr marL="0" indent="0"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3C5AD3-D79A-4D46-B25B-822FE02525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605272" y="6356350"/>
            <a:ext cx="1280160" cy="365125"/>
          </a:xfrm>
        </p:spPr>
        <p:txBody>
          <a:bodyPr/>
          <a:lstStyle/>
          <a:p>
            <a:fld id="{A65A5C87-DF58-40C8-B092-1DE63DB4547E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3EEEC07-DA87-4415-8D6B-72E1B2686535}"/>
              </a:ext>
            </a:extLst>
          </p:cNvPr>
          <p:cNvSpPr/>
          <p:nvPr userDrawn="1"/>
        </p:nvSpPr>
        <p:spPr>
          <a:xfrm rot="5400000">
            <a:off x="850392" y="365760"/>
            <a:ext cx="73152" cy="5486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D9F91D62-7A39-4697-A73D-908DBA590EF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680960" y="4352544"/>
            <a:ext cx="4507992" cy="2505456"/>
          </a:xfrm>
        </p:spPr>
        <p:txBody>
          <a:bodyPr anchor="ctr"/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0" name="Picture Placeholder 14">
            <a:extLst>
              <a:ext uri="{FF2B5EF4-FFF2-40B4-BE49-F238E27FC236}">
                <a16:creationId xmlns:a16="http://schemas.microsoft.com/office/drawing/2014/main" id="{687A7A61-F904-44E0-837C-FB357932BC1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680960" y="0"/>
            <a:ext cx="4507992" cy="4123944"/>
          </a:xfrm>
        </p:spPr>
        <p:txBody>
          <a:bodyPr anchor="ctr"/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EFA3CC7-31ED-4E5A-87A6-AA1D8F4251FC}"/>
              </a:ext>
            </a:extLst>
          </p:cNvPr>
          <p:cNvSpPr/>
          <p:nvPr userDrawn="1"/>
        </p:nvSpPr>
        <p:spPr>
          <a:xfrm>
            <a:off x="621792" y="2935541"/>
            <a:ext cx="6217920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71787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B541A812-4D3F-4D65-BA64-BA64E37F2C1D}"/>
              </a:ext>
            </a:extLst>
          </p:cNvPr>
          <p:cNvSpPr/>
          <p:nvPr userDrawn="1"/>
        </p:nvSpPr>
        <p:spPr>
          <a:xfrm>
            <a:off x="665853" y="1533525"/>
            <a:ext cx="10917063" cy="3790950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2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E44900-E8BF-4B12-8BCB-41076E2B68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992" y="1938528"/>
            <a:ext cx="7013448" cy="2990088"/>
          </a:xfrm>
        </p:spPr>
        <p:txBody>
          <a:bodyPr anchor="ctr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7741F9-B00F-4463-A257-6B66DABD9B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613648" y="1938528"/>
            <a:ext cx="2688336" cy="2990088"/>
          </a:xfrm>
          <a:solidFill>
            <a:schemeClr val="accent1"/>
          </a:solidFill>
        </p:spPr>
        <p:txBody>
          <a:bodyPr anchor="ctr">
            <a:normAutofit/>
          </a:bodyPr>
          <a:lstStyle>
            <a:lvl1pPr marL="0" indent="0">
              <a:buNone/>
              <a:defRPr sz="28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716BBE9-8A9C-450B-A235-677945C7ED44}"/>
              </a:ext>
            </a:extLst>
          </p:cNvPr>
          <p:cNvSpPr/>
          <p:nvPr userDrawn="1"/>
        </p:nvSpPr>
        <p:spPr>
          <a:xfrm>
            <a:off x="609084" y="2965074"/>
            <a:ext cx="128016" cy="914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855E7BF-3629-4C02-98DF-CFC1C93CE036}"/>
              </a:ext>
            </a:extLst>
          </p:cNvPr>
          <p:cNvSpPr/>
          <p:nvPr userDrawn="1"/>
        </p:nvSpPr>
        <p:spPr>
          <a:xfrm rot="5400000">
            <a:off x="7360539" y="3424428"/>
            <a:ext cx="2103120" cy="914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335400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D6FBB9D-1CAA-4D05-AB33-BABDFE17B843}"/>
              </a:ext>
            </a:extLst>
          </p:cNvPr>
          <p:cNvSpPr/>
          <p:nvPr userDrawn="1"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9A6DB05-9FB5-4B07-8675-74C23D4FD89D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8D358CF-0758-490A-A084-C46443B9A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671183-B3CE-4F45-92FB-98290CA0E2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5568" y="2478024"/>
            <a:ext cx="10168128" cy="36941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7DED67-27EC-4D43-A21C-093C1DB0481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01852" y="6356350"/>
            <a:ext cx="2743200" cy="365125"/>
          </a:xfrm>
        </p:spPr>
        <p:txBody>
          <a:bodyPr/>
          <a:lstStyle/>
          <a:p>
            <a:r>
              <a:rPr lang="en-US" dirty="0"/>
              <a:t>9/4/20XX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747CE3-4890-4BC1-94DB-5D49D02C99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3C5AD3-D79A-4D46-B25B-822FE02525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A65A5C87-DF58-40C8-B092-1DE63DB4547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38697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E44900-E8BF-4B12-8BCB-41076E2B68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7784" y="640080"/>
            <a:ext cx="10890504" cy="4114800"/>
          </a:xfrm>
        </p:spPr>
        <p:txBody>
          <a:bodyPr anchor="ctr">
            <a:norm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 useBgFill="1">
        <p:nvSpPr>
          <p:cNvPr id="4" name="Rectangle 3">
            <a:extLst>
              <a:ext uri="{FF2B5EF4-FFF2-40B4-BE49-F238E27FC236}">
                <a16:creationId xmlns:a16="http://schemas.microsoft.com/office/drawing/2014/main" id="{673635DF-99E4-4A0C-A272-D9FF87695DE7}"/>
              </a:ext>
            </a:extLst>
          </p:cNvPr>
          <p:cNvSpPr/>
          <p:nvPr userDrawn="1"/>
        </p:nvSpPr>
        <p:spPr>
          <a:xfrm>
            <a:off x="558210" y="4981421"/>
            <a:ext cx="11134956" cy="822960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590C76F-6331-4485-AA5B-D61483481F68}"/>
              </a:ext>
            </a:extLst>
          </p:cNvPr>
          <p:cNvSpPr/>
          <p:nvPr userDrawn="1"/>
        </p:nvSpPr>
        <p:spPr>
          <a:xfrm>
            <a:off x="498834" y="5118581"/>
            <a:ext cx="146304" cy="5486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7741F9-B00F-4463-A257-6B66DABD9B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1248" y="5102352"/>
            <a:ext cx="10607040" cy="585216"/>
          </a:xfrm>
          <a:solidFill>
            <a:schemeClr val="accent1"/>
          </a:solidFill>
        </p:spPr>
        <p:txBody>
          <a:bodyPr anchor="ctr">
            <a:normAutofit/>
          </a:bodyPr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ECB2BA4C-9ADA-41DB-B758-9E3CFECDF52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05256" y="6356350"/>
            <a:ext cx="2743200" cy="365125"/>
          </a:xfrm>
        </p:spPr>
        <p:txBody>
          <a:bodyPr/>
          <a:lstStyle/>
          <a:p>
            <a:r>
              <a:rPr lang="en-US" dirty="0"/>
              <a:t>9/4/20XX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20957ADB-410A-48BE-AA95-3A708314B0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5112591B-8032-4FDF-9B26-8F505642C5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A65A5C87-DF58-40C8-B092-1DE63DB4547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45221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342F4163-FF9F-453F-99BB-82B8FDB0A1F9}"/>
              </a:ext>
            </a:extLst>
          </p:cNvPr>
          <p:cNvSpPr/>
          <p:nvPr userDrawn="1"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D9F91D62-7A39-4697-A73D-908DBA590EF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422392" y="2798064"/>
            <a:ext cx="1463040" cy="1481328"/>
          </a:xfrm>
        </p:spPr>
        <p:txBody>
          <a:bodyPr anchor="ctr"/>
          <a:lstStyle>
            <a:lvl1pPr algn="ctr">
              <a:buNone/>
              <a:defRPr/>
            </a:lvl1pPr>
          </a:lstStyle>
          <a:p>
            <a:r>
              <a:rPr lang="en-US" dirty="0"/>
              <a:t>Picture</a:t>
            </a:r>
          </a:p>
        </p:txBody>
      </p:sp>
      <p:sp>
        <p:nvSpPr>
          <p:cNvPr id="10" name="Picture Placeholder 14">
            <a:extLst>
              <a:ext uri="{FF2B5EF4-FFF2-40B4-BE49-F238E27FC236}">
                <a16:creationId xmlns:a16="http://schemas.microsoft.com/office/drawing/2014/main" id="{687A7A61-F904-44E0-837C-FB357932BC1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76072" y="2798064"/>
            <a:ext cx="1463040" cy="1481328"/>
          </a:xfrm>
        </p:spPr>
        <p:txBody>
          <a:bodyPr anchor="ctr"/>
          <a:lstStyle>
            <a:lvl1pPr algn="ctr">
              <a:buNone/>
              <a:defRPr/>
            </a:lvl1pPr>
          </a:lstStyle>
          <a:p>
            <a:r>
              <a:rPr lang="en-US" dirty="0"/>
              <a:t>Picture</a:t>
            </a:r>
          </a:p>
        </p:txBody>
      </p:sp>
      <p:sp>
        <p:nvSpPr>
          <p:cNvPr id="16" name="Picture Placeholder 14">
            <a:extLst>
              <a:ext uri="{FF2B5EF4-FFF2-40B4-BE49-F238E27FC236}">
                <a16:creationId xmlns:a16="http://schemas.microsoft.com/office/drawing/2014/main" id="{6B8374DB-2C54-426F-9768-7B838BE1F98D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7845552" y="2798064"/>
            <a:ext cx="1463040" cy="1481328"/>
          </a:xfrm>
        </p:spPr>
        <p:txBody>
          <a:bodyPr anchor="ctr"/>
          <a:lstStyle>
            <a:lvl1pPr algn="ctr">
              <a:buNone/>
              <a:defRPr/>
            </a:lvl1pPr>
          </a:lstStyle>
          <a:p>
            <a:r>
              <a:rPr lang="en-US" dirty="0"/>
              <a:t>Picture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6763C05-47FB-4725-A20D-066889246220}"/>
              </a:ext>
            </a:extLst>
          </p:cNvPr>
          <p:cNvSpPr/>
          <p:nvPr userDrawn="1"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itle 1">
            <a:extLst>
              <a:ext uri="{FF2B5EF4-FFF2-40B4-BE49-F238E27FC236}">
                <a16:creationId xmlns:a16="http://schemas.microsoft.com/office/drawing/2014/main" id="{9EDC39EC-C00D-4DE8-8828-E0E5AD579F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2" name="Picture Placeholder 14">
            <a:extLst>
              <a:ext uri="{FF2B5EF4-FFF2-40B4-BE49-F238E27FC236}">
                <a16:creationId xmlns:a16="http://schemas.microsoft.com/office/drawing/2014/main" id="{AC393A50-B0FA-44B0-850A-6E748DECA20A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2999232" y="2798064"/>
            <a:ext cx="1463040" cy="1481328"/>
          </a:xfrm>
        </p:spPr>
        <p:txBody>
          <a:bodyPr anchor="ctr"/>
          <a:lstStyle>
            <a:lvl1pPr algn="ctr">
              <a:buNone/>
              <a:defRPr/>
            </a:lvl1pPr>
          </a:lstStyle>
          <a:p>
            <a:r>
              <a:rPr lang="en-US" dirty="0"/>
              <a:t>Picture</a:t>
            </a:r>
          </a:p>
        </p:txBody>
      </p:sp>
      <p:sp>
        <p:nvSpPr>
          <p:cNvPr id="33" name="Picture Placeholder 14">
            <a:extLst>
              <a:ext uri="{FF2B5EF4-FFF2-40B4-BE49-F238E27FC236}">
                <a16:creationId xmlns:a16="http://schemas.microsoft.com/office/drawing/2014/main" id="{C19D18E3-AE27-4902-A5E1-1E388C8CA886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10268712" y="2798064"/>
            <a:ext cx="1463040" cy="1481328"/>
          </a:xfrm>
        </p:spPr>
        <p:txBody>
          <a:bodyPr anchor="ctr"/>
          <a:lstStyle>
            <a:lvl1pPr algn="ctr">
              <a:buNone/>
              <a:defRPr/>
            </a:lvl1pPr>
          </a:lstStyle>
          <a:p>
            <a:r>
              <a:rPr lang="en-US" dirty="0"/>
              <a:t>Picture</a:t>
            </a:r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C4A1E4D4-19E0-496B-BBAF-99A720781C00}"/>
              </a:ext>
            </a:extLst>
          </p:cNvPr>
          <p:cNvSpPr>
            <a:spLocks noGrp="1"/>
          </p:cNvSpPr>
          <p:nvPr>
            <p:ph type="dt" sz="half" idx="32"/>
          </p:nvPr>
        </p:nvSpPr>
        <p:spPr>
          <a:xfrm>
            <a:off x="905256" y="6356350"/>
            <a:ext cx="2743200" cy="365125"/>
          </a:xfrm>
        </p:spPr>
        <p:txBody>
          <a:bodyPr/>
          <a:lstStyle/>
          <a:p>
            <a:r>
              <a:rPr lang="en-US" dirty="0"/>
              <a:t>9/4/20XX</a:t>
            </a:r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D0281C10-EAAA-4F45-8CC9-87F9F9116C21}"/>
              </a:ext>
            </a:extLst>
          </p:cNvPr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389175D6-43FD-42A2-8595-893FC3BFCDF6}"/>
              </a:ext>
            </a:extLst>
          </p:cNvPr>
          <p:cNvSpPr>
            <a:spLocks noGrp="1"/>
          </p:cNvSpPr>
          <p:nvPr>
            <p:ph type="sldNum" sz="quarter" idx="34"/>
          </p:nvPr>
        </p:nvSpPr>
        <p:spPr/>
        <p:txBody>
          <a:bodyPr/>
          <a:lstStyle/>
          <a:p>
            <a:fld id="{A65A5C87-DF58-40C8-B092-1DE63DB4547E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7" name="Text Placeholder 35">
            <a:extLst>
              <a:ext uri="{FF2B5EF4-FFF2-40B4-BE49-F238E27FC236}">
                <a16:creationId xmlns:a16="http://schemas.microsoft.com/office/drawing/2014/main" id="{28F74B10-F76D-4BBB-A284-01D5A0DF8BCB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5431536" y="4489704"/>
            <a:ext cx="1462088" cy="649288"/>
          </a:xfr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000"/>
            </a:lvl1pPr>
            <a:lvl2pPr marL="0" indent="0" algn="ctr">
              <a:lnSpc>
                <a:spcPct val="100000"/>
              </a:lnSpc>
              <a:spcBef>
                <a:spcPts val="0"/>
              </a:spcBef>
              <a:buNone/>
              <a:defRPr sz="16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 dirty="0"/>
              <a:t>Name</a:t>
            </a:r>
          </a:p>
          <a:p>
            <a:pPr lvl="1"/>
            <a:r>
              <a:rPr lang="en-US" dirty="0"/>
              <a:t>Title</a:t>
            </a:r>
          </a:p>
        </p:txBody>
      </p:sp>
      <p:sp>
        <p:nvSpPr>
          <p:cNvPr id="38" name="Text Placeholder 35">
            <a:extLst>
              <a:ext uri="{FF2B5EF4-FFF2-40B4-BE49-F238E27FC236}">
                <a16:creationId xmlns:a16="http://schemas.microsoft.com/office/drawing/2014/main" id="{BD245DC2-6D7B-4AEE-B8EE-0D0E473AFFF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845552" y="4489704"/>
            <a:ext cx="1462088" cy="649288"/>
          </a:xfr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000"/>
            </a:lvl1pPr>
            <a:lvl2pPr marL="0" indent="0" algn="ctr">
              <a:lnSpc>
                <a:spcPct val="100000"/>
              </a:lnSpc>
              <a:spcBef>
                <a:spcPts val="0"/>
              </a:spcBef>
              <a:buNone/>
              <a:defRPr sz="16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 dirty="0"/>
              <a:t>Name</a:t>
            </a:r>
          </a:p>
          <a:p>
            <a:pPr lvl="1"/>
            <a:r>
              <a:rPr lang="en-US" dirty="0"/>
              <a:t>Title</a:t>
            </a:r>
          </a:p>
        </p:txBody>
      </p:sp>
      <p:sp>
        <p:nvSpPr>
          <p:cNvPr id="39" name="Text Placeholder 35">
            <a:extLst>
              <a:ext uri="{FF2B5EF4-FFF2-40B4-BE49-F238E27FC236}">
                <a16:creationId xmlns:a16="http://schemas.microsoft.com/office/drawing/2014/main" id="{28069EAF-8C82-49CC-8A38-2ACAD26F7DE9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0268712" y="4489704"/>
            <a:ext cx="1462088" cy="649288"/>
          </a:xfr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000"/>
            </a:lvl1pPr>
            <a:lvl2pPr marL="0" indent="0" algn="ctr">
              <a:lnSpc>
                <a:spcPct val="100000"/>
              </a:lnSpc>
              <a:spcBef>
                <a:spcPts val="0"/>
              </a:spcBef>
              <a:buNone/>
              <a:defRPr sz="16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 dirty="0"/>
              <a:t>Name</a:t>
            </a:r>
          </a:p>
          <a:p>
            <a:pPr lvl="1"/>
            <a:r>
              <a:rPr lang="en-US" dirty="0"/>
              <a:t>Title</a:t>
            </a:r>
          </a:p>
        </p:txBody>
      </p:sp>
      <p:sp>
        <p:nvSpPr>
          <p:cNvPr id="40" name="Text Placeholder 35">
            <a:extLst>
              <a:ext uri="{FF2B5EF4-FFF2-40B4-BE49-F238E27FC236}">
                <a16:creationId xmlns:a16="http://schemas.microsoft.com/office/drawing/2014/main" id="{DAA3B1CD-59B3-4B73-B91A-88CED1D8FDD6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594360" y="4489704"/>
            <a:ext cx="1462088" cy="649288"/>
          </a:xfr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000"/>
            </a:lvl1pPr>
            <a:lvl2pPr marL="0" indent="0" algn="ctr">
              <a:lnSpc>
                <a:spcPct val="100000"/>
              </a:lnSpc>
              <a:spcBef>
                <a:spcPts val="0"/>
              </a:spcBef>
              <a:buNone/>
              <a:defRPr sz="16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 dirty="0"/>
              <a:t>Name</a:t>
            </a:r>
          </a:p>
          <a:p>
            <a:pPr lvl="1"/>
            <a:r>
              <a:rPr lang="en-US" dirty="0"/>
              <a:t>Title</a:t>
            </a:r>
          </a:p>
        </p:txBody>
      </p:sp>
      <p:sp>
        <p:nvSpPr>
          <p:cNvPr id="41" name="Text Placeholder 35">
            <a:extLst>
              <a:ext uri="{FF2B5EF4-FFF2-40B4-BE49-F238E27FC236}">
                <a16:creationId xmlns:a16="http://schemas.microsoft.com/office/drawing/2014/main" id="{C1FED6B0-DEB7-46E3-8038-FE6788AC24A9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3008376" y="4489704"/>
            <a:ext cx="1462088" cy="649288"/>
          </a:xfr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000"/>
            </a:lvl1pPr>
            <a:lvl2pPr marL="0" indent="0" algn="ctr">
              <a:lnSpc>
                <a:spcPct val="100000"/>
              </a:lnSpc>
              <a:spcBef>
                <a:spcPts val="0"/>
              </a:spcBef>
              <a:buNone/>
              <a:defRPr sz="16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 dirty="0"/>
              <a:t>Name</a:t>
            </a:r>
          </a:p>
          <a:p>
            <a:pPr lvl="1"/>
            <a:r>
              <a:rPr lang="en-US" dirty="0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4315117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6B671BDE-E45C-41A1-9B98-4A607D703855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3D0D377-28B0-417D-886B-9483AF064975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F8F91F8-0767-40B5-A3AA-72931FC192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AE0554-8BEE-4BF6-9519-51B8475D35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15568" y="2372650"/>
            <a:ext cx="4937760" cy="823912"/>
          </a:xfrm>
        </p:spPr>
        <p:txBody>
          <a:bodyPr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4A358D-C930-48E0-B372-06A826B74C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115568" y="3203688"/>
            <a:ext cx="4937760" cy="2968512"/>
          </a:xfrm>
        </p:spPr>
        <p:txBody>
          <a:bodyPr/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3B6615E-4966-4150-83B6-C47591B3638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45936" y="2372650"/>
            <a:ext cx="4937760" cy="823912"/>
          </a:xfrm>
        </p:spPr>
        <p:txBody>
          <a:bodyPr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409F6B-C17B-4B4F-9F35-5068BDC4E2F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45936" y="3203687"/>
            <a:ext cx="4937760" cy="2968511"/>
          </a:xfrm>
        </p:spPr>
        <p:txBody>
          <a:bodyPr/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8BC356D-052B-4A9B-8B2F-6665FD325A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05256" y="6356350"/>
            <a:ext cx="2743200" cy="365125"/>
          </a:xfrm>
        </p:spPr>
        <p:txBody>
          <a:bodyPr/>
          <a:lstStyle/>
          <a:p>
            <a:r>
              <a:rPr lang="en-US" dirty="0"/>
              <a:t>9/4/20XX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9C5E5FA-26A9-467C-93E3-8476142D1D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279E50C-1E40-4B48-871B-E392428D20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A65A5C87-DF58-40C8-B092-1DE63DB4547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69349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6B671BDE-E45C-41A1-9B98-4A607D703855}"/>
              </a:ext>
            </a:extLst>
          </p:cNvPr>
          <p:cNvSpPr/>
          <p:nvPr userDrawn="1"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3D0D377-28B0-417D-886B-9483AF064975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F8F91F8-0767-40B5-A3AA-72931FC192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AE0554-8BEE-4BF6-9519-51B8475D35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76072" y="2372650"/>
            <a:ext cx="3291840" cy="823912"/>
          </a:xfrm>
        </p:spPr>
        <p:txBody>
          <a:bodyPr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4A358D-C930-48E0-B372-06A826B74C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76072" y="3203688"/>
            <a:ext cx="3291840" cy="2968512"/>
          </a:xfrm>
        </p:spPr>
        <p:txBody>
          <a:bodyPr/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3B6615E-4966-4150-83B6-C47591B3638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507992" y="2372650"/>
            <a:ext cx="3291840" cy="823912"/>
          </a:xfrm>
        </p:spPr>
        <p:txBody>
          <a:bodyPr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409F6B-C17B-4B4F-9F35-5068BDC4E2F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507992" y="3203687"/>
            <a:ext cx="3291840" cy="2968511"/>
          </a:xfrm>
        </p:spPr>
        <p:txBody>
          <a:bodyPr/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8BC356D-052B-4A9B-8B2F-6665FD325A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05256" y="6356350"/>
            <a:ext cx="2743200" cy="365125"/>
          </a:xfrm>
        </p:spPr>
        <p:txBody>
          <a:bodyPr/>
          <a:lstStyle/>
          <a:p>
            <a:r>
              <a:rPr lang="en-US" dirty="0"/>
              <a:t>9/4/20XX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9C5E5FA-26A9-467C-93E3-8476142D1D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279E50C-1E40-4B48-871B-E392428D20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A65A5C87-DF58-40C8-B092-1DE63DB4547E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CE04853A-B5A7-418B-B49F-E718136614E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439912" y="2372650"/>
            <a:ext cx="3291840" cy="823912"/>
          </a:xfrm>
        </p:spPr>
        <p:txBody>
          <a:bodyPr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Content Placeholder 5">
            <a:extLst>
              <a:ext uri="{FF2B5EF4-FFF2-40B4-BE49-F238E27FC236}">
                <a16:creationId xmlns:a16="http://schemas.microsoft.com/office/drawing/2014/main" id="{D08E5547-BBB9-4D87-A012-6BC6B133086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439912" y="3203687"/>
            <a:ext cx="3291840" cy="2968511"/>
          </a:xfrm>
        </p:spPr>
        <p:txBody>
          <a:bodyPr/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22610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3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" name="Rectangle 3">
            <a:extLst>
              <a:ext uri="{FF2B5EF4-FFF2-40B4-BE49-F238E27FC236}">
                <a16:creationId xmlns:a16="http://schemas.microsoft.com/office/drawing/2014/main" id="{2CD68929-9BD1-4A1E-9C1E-5B980D986EC1}"/>
              </a:ext>
            </a:extLst>
          </p:cNvPr>
          <p:cNvSpPr/>
          <p:nvPr userDrawn="1"/>
        </p:nvSpPr>
        <p:spPr>
          <a:xfrm>
            <a:off x="409575" y="633619"/>
            <a:ext cx="4927413" cy="5495925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8D358CF-0758-490A-A084-C46443B9A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978408"/>
            <a:ext cx="4059936" cy="1106424"/>
          </a:xfrm>
        </p:spPr>
        <p:txBody>
          <a:bodyPr anchor="ctr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671183-B3CE-4F45-92FB-98290CA0E2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1248" y="2359152"/>
            <a:ext cx="4059936" cy="3429000"/>
          </a:xfrm>
        </p:spPr>
        <p:txBody>
          <a:bodyPr/>
          <a:lstStyle>
            <a:lvl1pPr marL="0" indent="0"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D9F91D62-7A39-4697-A73D-908DBA590EF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961120" y="566928"/>
            <a:ext cx="2871216" cy="2340864"/>
          </a:xfrm>
        </p:spPr>
        <p:txBody>
          <a:bodyPr anchor="ctr"/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0" name="Picture Placeholder 14">
            <a:extLst>
              <a:ext uri="{FF2B5EF4-FFF2-40B4-BE49-F238E27FC236}">
                <a16:creationId xmlns:a16="http://schemas.microsoft.com/office/drawing/2014/main" id="{687A7A61-F904-44E0-837C-FB357932BC1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843016" y="566928"/>
            <a:ext cx="2871216" cy="2340864"/>
          </a:xfrm>
        </p:spPr>
        <p:txBody>
          <a:bodyPr anchor="ctr"/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3ED68CE-A00C-4DD9-8065-B0E3D033BC20}"/>
              </a:ext>
            </a:extLst>
          </p:cNvPr>
          <p:cNvSpPr/>
          <p:nvPr userDrawn="1"/>
        </p:nvSpPr>
        <p:spPr>
          <a:xfrm>
            <a:off x="345567" y="117043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B3EDCB6-603C-4A22-80E6-232A6202452A}"/>
              </a:ext>
            </a:extLst>
          </p:cNvPr>
          <p:cNvSpPr/>
          <p:nvPr userDrawn="1"/>
        </p:nvSpPr>
        <p:spPr>
          <a:xfrm>
            <a:off x="877459" y="2121408"/>
            <a:ext cx="3958650" cy="914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Picture Placeholder 14">
            <a:extLst>
              <a:ext uri="{FF2B5EF4-FFF2-40B4-BE49-F238E27FC236}">
                <a16:creationId xmlns:a16="http://schemas.microsoft.com/office/drawing/2014/main" id="{FBB9124E-D1EB-4540-B1E1-DF3CD388BB27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5843016" y="3108960"/>
            <a:ext cx="5989320" cy="3054096"/>
          </a:xfrm>
        </p:spPr>
        <p:txBody>
          <a:bodyPr anchor="ctr"/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8" name="Date Placeholder 17">
            <a:extLst>
              <a:ext uri="{FF2B5EF4-FFF2-40B4-BE49-F238E27FC236}">
                <a16:creationId xmlns:a16="http://schemas.microsoft.com/office/drawing/2014/main" id="{88171D0F-B23C-4DA9-9F5D-C5F480A4C5BE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905256" y="6356350"/>
            <a:ext cx="2743200" cy="365125"/>
          </a:xfrm>
        </p:spPr>
        <p:txBody>
          <a:bodyPr/>
          <a:lstStyle/>
          <a:p>
            <a:r>
              <a:rPr lang="en-US" dirty="0"/>
              <a:t>9/4/20XX</a:t>
            </a:r>
          </a:p>
        </p:txBody>
      </p:sp>
      <p:sp>
        <p:nvSpPr>
          <p:cNvPr id="19" name="Footer Placeholder 18">
            <a:extLst>
              <a:ext uri="{FF2B5EF4-FFF2-40B4-BE49-F238E27FC236}">
                <a16:creationId xmlns:a16="http://schemas.microsoft.com/office/drawing/2014/main" id="{69186A5E-A88B-4AD5-8730-E1679229BB98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FDD4F609-6DE6-4637-A216-DB19D982FF19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A65A5C87-DF58-40C8-B092-1DE63DB4547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79717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4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" name="Rectangle 3">
            <a:extLst>
              <a:ext uri="{FF2B5EF4-FFF2-40B4-BE49-F238E27FC236}">
                <a16:creationId xmlns:a16="http://schemas.microsoft.com/office/drawing/2014/main" id="{2CD68929-9BD1-4A1E-9C1E-5B980D986EC1}"/>
              </a:ext>
            </a:extLst>
          </p:cNvPr>
          <p:cNvSpPr/>
          <p:nvPr userDrawn="1"/>
        </p:nvSpPr>
        <p:spPr>
          <a:xfrm>
            <a:off x="7324344" y="630936"/>
            <a:ext cx="4517136" cy="5495925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8D358CF-0758-490A-A084-C46443B9A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0" y="978408"/>
            <a:ext cx="3721608" cy="1106424"/>
          </a:xfrm>
        </p:spPr>
        <p:txBody>
          <a:bodyPr anchor="ctr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D9F91D62-7A39-4697-A73D-908DBA590EF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767328" y="630936"/>
            <a:ext cx="3246120" cy="2688336"/>
          </a:xfrm>
        </p:spPr>
        <p:txBody>
          <a:bodyPr anchor="ctr"/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0" name="Picture Placeholder 14">
            <a:extLst>
              <a:ext uri="{FF2B5EF4-FFF2-40B4-BE49-F238E27FC236}">
                <a16:creationId xmlns:a16="http://schemas.microsoft.com/office/drawing/2014/main" id="{687A7A61-F904-44E0-837C-FB357932BC1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1480" y="630936"/>
            <a:ext cx="3246120" cy="2688336"/>
          </a:xfrm>
        </p:spPr>
        <p:txBody>
          <a:bodyPr anchor="ctr"/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3ED68CE-A00C-4DD9-8065-B0E3D033BC20}"/>
              </a:ext>
            </a:extLst>
          </p:cNvPr>
          <p:cNvSpPr/>
          <p:nvPr userDrawn="1"/>
        </p:nvSpPr>
        <p:spPr>
          <a:xfrm>
            <a:off x="7260336" y="1179576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Picture Placeholder 14">
            <a:extLst>
              <a:ext uri="{FF2B5EF4-FFF2-40B4-BE49-F238E27FC236}">
                <a16:creationId xmlns:a16="http://schemas.microsoft.com/office/drawing/2014/main" id="{FBB9124E-D1EB-4540-B1E1-DF3CD388BB27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11480" y="3438144"/>
            <a:ext cx="3246120" cy="2688336"/>
          </a:xfrm>
        </p:spPr>
        <p:txBody>
          <a:bodyPr anchor="ctr"/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8" name="Date Placeholder 17">
            <a:extLst>
              <a:ext uri="{FF2B5EF4-FFF2-40B4-BE49-F238E27FC236}">
                <a16:creationId xmlns:a16="http://schemas.microsoft.com/office/drawing/2014/main" id="{88171D0F-B23C-4DA9-9F5D-C5F480A4C5BE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905256" y="6356350"/>
            <a:ext cx="2743200" cy="365125"/>
          </a:xfrm>
        </p:spPr>
        <p:txBody>
          <a:bodyPr/>
          <a:lstStyle/>
          <a:p>
            <a:r>
              <a:rPr lang="en-US" dirty="0"/>
              <a:t>9/4/20XX</a:t>
            </a:r>
          </a:p>
        </p:txBody>
      </p:sp>
      <p:sp>
        <p:nvSpPr>
          <p:cNvPr id="19" name="Footer Placeholder 18">
            <a:extLst>
              <a:ext uri="{FF2B5EF4-FFF2-40B4-BE49-F238E27FC236}">
                <a16:creationId xmlns:a16="http://schemas.microsoft.com/office/drawing/2014/main" id="{69186A5E-A88B-4AD5-8730-E1679229BB98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FDD4F609-6DE6-4637-A216-DB19D982FF19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A65A5C87-DF58-40C8-B092-1DE63DB4547E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25280B1-DD77-4ADB-A6FC-71309BCB66E1}"/>
              </a:ext>
            </a:extLst>
          </p:cNvPr>
          <p:cNvSpPr/>
          <p:nvPr userDrawn="1"/>
        </p:nvSpPr>
        <p:spPr>
          <a:xfrm>
            <a:off x="7792216" y="2185416"/>
            <a:ext cx="3683187" cy="914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Picture Placeholder 14">
            <a:extLst>
              <a:ext uri="{FF2B5EF4-FFF2-40B4-BE49-F238E27FC236}">
                <a16:creationId xmlns:a16="http://schemas.microsoft.com/office/drawing/2014/main" id="{6B8374DB-2C54-426F-9768-7B838BE1F98D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3767328" y="3438144"/>
            <a:ext cx="3246120" cy="2688336"/>
          </a:xfrm>
        </p:spPr>
        <p:txBody>
          <a:bodyPr anchor="ctr"/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0D33A8D-B0BB-4920-AAC4-6EE9952AA556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7772400" y="3099816"/>
            <a:ext cx="3721100" cy="447675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7">
            <a:extLst>
              <a:ext uri="{FF2B5EF4-FFF2-40B4-BE49-F238E27FC236}">
                <a16:creationId xmlns:a16="http://schemas.microsoft.com/office/drawing/2014/main" id="{FC2F80E1-DA5D-4EBA-BDBC-FFD24776ED0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7772400" y="4215384"/>
            <a:ext cx="3721100" cy="447675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7">
            <a:extLst>
              <a:ext uri="{FF2B5EF4-FFF2-40B4-BE49-F238E27FC236}">
                <a16:creationId xmlns:a16="http://schemas.microsoft.com/office/drawing/2014/main" id="{536A3E74-5D94-4FE5-A5F8-7DA032AD48AF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7772400" y="5321808"/>
            <a:ext cx="3721100" cy="447675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14">
            <a:extLst>
              <a:ext uri="{FF2B5EF4-FFF2-40B4-BE49-F238E27FC236}">
                <a16:creationId xmlns:a16="http://schemas.microsoft.com/office/drawing/2014/main" id="{A36D2011-9E99-44AA-8612-4EEBAAA5D036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7772400" y="2532888"/>
            <a:ext cx="457200" cy="457200"/>
          </a:xfrm>
        </p:spPr>
        <p:txBody>
          <a:bodyPr anchor="ctr"/>
          <a:lstStyle>
            <a:lvl1pPr algn="ctr">
              <a:buNone/>
              <a:defRPr sz="900"/>
            </a:lvl1pPr>
          </a:lstStyle>
          <a:p>
            <a:r>
              <a:rPr lang="en-US" dirty="0"/>
              <a:t>Icon</a:t>
            </a:r>
          </a:p>
        </p:txBody>
      </p:sp>
      <p:sp>
        <p:nvSpPr>
          <p:cNvPr id="24" name="Picture Placeholder 14">
            <a:extLst>
              <a:ext uri="{FF2B5EF4-FFF2-40B4-BE49-F238E27FC236}">
                <a16:creationId xmlns:a16="http://schemas.microsoft.com/office/drawing/2014/main" id="{80B0958E-0709-4604-ADAF-A6137275F31B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7772400" y="3630168"/>
            <a:ext cx="457200" cy="457200"/>
          </a:xfrm>
        </p:spPr>
        <p:txBody>
          <a:bodyPr anchor="ctr"/>
          <a:lstStyle>
            <a:lvl1pPr algn="ctr">
              <a:buNone/>
              <a:defRPr sz="900"/>
            </a:lvl1pPr>
          </a:lstStyle>
          <a:p>
            <a:r>
              <a:rPr lang="en-US" dirty="0"/>
              <a:t>Icon</a:t>
            </a:r>
          </a:p>
        </p:txBody>
      </p:sp>
      <p:sp>
        <p:nvSpPr>
          <p:cNvPr id="25" name="Picture Placeholder 14">
            <a:extLst>
              <a:ext uri="{FF2B5EF4-FFF2-40B4-BE49-F238E27FC236}">
                <a16:creationId xmlns:a16="http://schemas.microsoft.com/office/drawing/2014/main" id="{F4A09204-1398-472F-B713-0AD49188773D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7772400" y="4754880"/>
            <a:ext cx="457200" cy="457200"/>
          </a:xfrm>
        </p:spPr>
        <p:txBody>
          <a:bodyPr anchor="ctr"/>
          <a:lstStyle>
            <a:lvl1pPr algn="ctr">
              <a:buNone/>
              <a:defRPr sz="900"/>
            </a:lvl1pPr>
          </a:lstStyle>
          <a:p>
            <a:r>
              <a:rPr lang="en-US" dirty="0"/>
              <a:t>Icon</a:t>
            </a:r>
          </a:p>
        </p:txBody>
      </p:sp>
    </p:spTree>
    <p:extLst>
      <p:ext uri="{BB962C8B-B14F-4D97-AF65-F5344CB8AC3E}">
        <p14:creationId xmlns:p14="http://schemas.microsoft.com/office/powerpoint/2010/main" val="343934368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8C0689C4-0DB3-408B-A956-40326B4AE4C4}"/>
              </a:ext>
            </a:extLst>
          </p:cNvPr>
          <p:cNvSpPr/>
          <p:nvPr userDrawn="1"/>
        </p:nvSpPr>
        <p:spPr>
          <a:xfrm>
            <a:off x="665853" y="1533525"/>
            <a:ext cx="10917063" cy="3790950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2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6E1D10E-1C30-41BF-8C3B-C460C9B5597B}"/>
              </a:ext>
            </a:extLst>
          </p:cNvPr>
          <p:cNvSpPr/>
          <p:nvPr/>
        </p:nvSpPr>
        <p:spPr>
          <a:xfrm>
            <a:off x="609084" y="2971798"/>
            <a:ext cx="128016" cy="914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79454F2-0EE5-4888-AF4C-82F825E622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992" y="1938528"/>
            <a:ext cx="10177272" cy="2990088"/>
          </a:xfrm>
        </p:spPr>
        <p:txBody>
          <a:bodyPr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C91241-A315-4643-91E5-CF2C25CC90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9/4/20XX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706D86-5479-487D-94C8-76093D84F3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739411-CED6-43D4-868D-A65C4161A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5A5C87-DF58-40C8-B092-1DE63DB4547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099442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AC447E0-1D4D-4EF2-B81B-4B2400EE3E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9/4/20XX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9984CA0-2A78-4600-9F3D-19B09E790F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440955-B18E-49D3-AE7B-B331200E34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5A5C87-DF58-40C8-B092-1DE63DB4547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037784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FA417FE-CD1A-486F-A4AC-E4000A2FB18E}"/>
              </a:ext>
            </a:extLst>
          </p:cNvPr>
          <p:cNvSpPr/>
          <p:nvPr/>
        </p:nvSpPr>
        <p:spPr>
          <a:xfrm>
            <a:off x="558210" y="1162033"/>
            <a:ext cx="3740740" cy="4643344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318F0F5-812B-472C-9408-B80F2553F5E0}"/>
              </a:ext>
            </a:extLst>
          </p:cNvPr>
          <p:cNvSpPr/>
          <p:nvPr/>
        </p:nvSpPr>
        <p:spPr>
          <a:xfrm>
            <a:off x="498834" y="1618375"/>
            <a:ext cx="146304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F7751B-CD8F-4F5B-A903-1DCE5D1E83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1709928"/>
            <a:ext cx="3099816" cy="1709928"/>
          </a:xfrm>
        </p:spPr>
        <p:txBody>
          <a:bodyPr tIns="45720" anchor="t">
            <a:normAutofit/>
          </a:bodyPr>
          <a:lstStyle>
            <a:lvl1pPr>
              <a:lnSpc>
                <a:spcPct val="100000"/>
              </a:lnSpc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A55C8A-A0BB-441D-976F-EB56D4382D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65192" y="1709928"/>
            <a:ext cx="6729984" cy="409651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DE6A51-A2E5-4BFA-B571-9FDFE1BBFB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68680" y="3429000"/>
            <a:ext cx="3099816" cy="2066544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92778A-DD4C-4651-9C53-8B0C44CD88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8680" y="6356350"/>
            <a:ext cx="2743200" cy="365125"/>
          </a:xfrm>
        </p:spPr>
        <p:txBody>
          <a:bodyPr/>
          <a:lstStyle/>
          <a:p>
            <a:r>
              <a:rPr lang="en-US" dirty="0"/>
              <a:t>9/4/20XX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6C7F66-2DFA-4146-BE1A-CE2890FE45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85D185-B1B6-4D62-81BE-BE82C80ACA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5A5C87-DF58-40C8-B092-1DE63DB4547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722451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68B77B5-211C-456E-B79F-306CC3619347}"/>
              </a:ext>
            </a:extLst>
          </p:cNvPr>
          <p:cNvSpPr/>
          <p:nvPr/>
        </p:nvSpPr>
        <p:spPr>
          <a:xfrm>
            <a:off x="558210" y="1162033"/>
            <a:ext cx="3740740" cy="4643344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B63C338-194D-4F23-ABEC-60A7EA96F302}"/>
              </a:ext>
            </a:extLst>
          </p:cNvPr>
          <p:cNvSpPr/>
          <p:nvPr/>
        </p:nvSpPr>
        <p:spPr>
          <a:xfrm>
            <a:off x="498834" y="1618375"/>
            <a:ext cx="146304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C04DCC-0E3E-4F05-9FAC-9FA6CA4B2B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1709928"/>
            <a:ext cx="3099816" cy="1709928"/>
          </a:xfrm>
        </p:spPr>
        <p:txBody>
          <a:bodyPr tIns="45720" anchor="t">
            <a:normAutofit/>
          </a:bodyPr>
          <a:lstStyle>
            <a:lvl1pPr>
              <a:lnSpc>
                <a:spcPct val="100000"/>
              </a:lnSpc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BA29649-B19F-499E-8E9A-3577EAC8F03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65192" y="1161288"/>
            <a:ext cx="6729984" cy="4645152"/>
          </a:xfrm>
        </p:spPr>
        <p:txBody>
          <a:bodyPr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C9EF2E-A8CD-41A1-B11A-0D8842797A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68680" y="3438144"/>
            <a:ext cx="3099816" cy="20574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4257B5-0DE0-401F-9171-E8687A97DB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8680" y="6356350"/>
            <a:ext cx="2743200" cy="365125"/>
          </a:xfrm>
        </p:spPr>
        <p:txBody>
          <a:bodyPr/>
          <a:lstStyle/>
          <a:p>
            <a:r>
              <a:rPr lang="en-US" dirty="0"/>
              <a:t>9/4/20XX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8CD9AD-D667-4FD4-AA34-428AA0BCD0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770FB6-F273-4BA6-8B97-9835AC5378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5A5C87-DF58-40C8-B092-1DE63DB4547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32482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B325BDE-35A4-4AAD-960B-C1415864AD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459C78-0CC4-4552-93DD-49B4194D00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744A3C-9C54-46A6-B3EF-5B36362423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9/4/20XX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D5A696-7B4B-4181-A961-7D66556D50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038CB5-8F4A-401D-A3A9-B27DC15B7A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5A5C87-DF58-40C8-B092-1DE63DB4547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51344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30" r:id="rId2"/>
    <p:sldLayoutId id="2147483731" r:id="rId3"/>
    <p:sldLayoutId id="2147483723" r:id="rId4"/>
    <p:sldLayoutId id="2147483722" r:id="rId5"/>
    <p:sldLayoutId id="2147483732" r:id="rId6"/>
    <p:sldLayoutId id="2147483736" r:id="rId7"/>
    <p:sldLayoutId id="2147483725" r:id="rId8"/>
    <p:sldLayoutId id="2147483733" r:id="rId9"/>
    <p:sldLayoutId id="2147483734" r:id="rId10"/>
    <p:sldLayoutId id="2147483735" r:id="rId11"/>
    <p:sldLayoutId id="2147483726" r:id="rId12"/>
    <p:sldLayoutId id="2147483727" r:id="rId13"/>
    <p:sldLayoutId id="2147483728" r:id="rId14"/>
    <p:sldLayoutId id="2147483729" r:id="rId15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0D9D20-B4BB-42AA-8DDD-68CC9F1D95D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pPr lvl="0">
              <a:lnSpc>
                <a:spcPct val="100000"/>
              </a:lnSpc>
              <a:spcBef>
                <a:spcPts val="0"/>
              </a:spcBef>
              <a:buSzPts val="5200"/>
            </a:pPr>
            <a:r>
              <a:rPr lang="en-US" sz="4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Infosys Springboard Internship</a:t>
            </a:r>
            <a:br>
              <a:rPr lang="en-US" sz="4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4200" dirty="0" err="1">
                <a:solidFill>
                  <a:schemeClr val="accent1"/>
                </a:solidFill>
              </a:rPr>
              <a:t>AgroBot</a:t>
            </a:r>
            <a:r>
              <a:rPr lang="en-IN" sz="4200" dirty="0">
                <a:solidFill>
                  <a:schemeClr val="accent1"/>
                </a:solidFill>
              </a:rPr>
              <a:t>:</a:t>
            </a:r>
            <a:r>
              <a:rPr lang="en-IN" sz="4200" dirty="0"/>
              <a:t> A multilingual farming assistant</a:t>
            </a:r>
            <a:endParaRPr lang="en-US" sz="4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D9E8FDB-60EE-45AE-BB89-9A561A61C2A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Sanchita H</a:t>
            </a:r>
          </a:p>
        </p:txBody>
      </p:sp>
    </p:spTree>
    <p:extLst>
      <p:ext uri="{BB962C8B-B14F-4D97-AF65-F5344CB8AC3E}">
        <p14:creationId xmlns:p14="http://schemas.microsoft.com/office/powerpoint/2010/main" val="1833737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F4A85B-2AC6-4E29-B074-AB92F8FA9B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24912" y="441045"/>
            <a:ext cx="6272784" cy="1536192"/>
          </a:xfrm>
        </p:spPr>
        <p:txBody>
          <a:bodyPr/>
          <a:lstStyle/>
          <a:p>
            <a:pPr algn="ctr"/>
            <a:r>
              <a:rPr lang="en-US" sz="5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Project Objectives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9FA539-2DA6-4197-AA13-56E0C33955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5A5C87-DF58-40C8-B092-1DE63DB4547E}" type="slidenum">
              <a:rPr lang="en-US" smtClean="0"/>
              <a:t>2</a:t>
            </a:fld>
            <a:endParaRPr lang="en-US" dirty="0"/>
          </a:p>
        </p:txBody>
      </p:sp>
      <p:sp>
        <p:nvSpPr>
          <p:cNvPr id="10" name="Rectangle 2">
            <a:extLst>
              <a:ext uri="{FF2B5EF4-FFF2-40B4-BE49-F238E27FC236}">
                <a16:creationId xmlns:a16="http://schemas.microsoft.com/office/drawing/2014/main" id="{74190F17-E471-6E2A-20D7-68F04749EF24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742315" y="2380207"/>
            <a:ext cx="11238718" cy="326865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To </a:t>
            </a:r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evelop an AI-powered plant disease detection system to assist farmers in early disease identification .</a:t>
            </a:r>
          </a:p>
          <a:p>
            <a:pPr marL="0" marR="0" lvl="0" indent="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c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reate a multilingual NLP interface supporting all major Indian languages</a:t>
            </a:r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.</a:t>
            </a:r>
          </a:p>
          <a:p>
            <a:pPr marL="0" marR="0" lvl="0" indent="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p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rovide accurate, real-time diagnosis through both image analysis and text-based symptom description .</a:t>
            </a:r>
          </a:p>
          <a:p>
            <a:pPr marL="0" marR="0" lvl="0" indent="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d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eliver actionable treatment recommendations in the farmer's native language .</a:t>
            </a:r>
          </a:p>
          <a:p>
            <a:pPr marL="0" marR="0" lvl="0" indent="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To bridge the digital literacy gap through an intuitive, easy-to-use interface .</a:t>
            </a:r>
          </a:p>
          <a:p>
            <a:pPr marL="0" lvl="0" indent="0" algn="just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reduce crop losses through early disease detection .</a:t>
            </a:r>
          </a:p>
        </p:txBody>
      </p:sp>
    </p:spTree>
    <p:extLst>
      <p:ext uri="{BB962C8B-B14F-4D97-AF65-F5344CB8AC3E}">
        <p14:creationId xmlns:p14="http://schemas.microsoft.com/office/powerpoint/2010/main" val="416783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209E4-B947-4446-AD42-C1B3A0C1F5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136525"/>
            <a:ext cx="10168128" cy="1179576"/>
          </a:xfrm>
        </p:spPr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Methodology and Workflow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4E797B30-1740-4A68-A40B-1D255EBC2F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5A5C87-DF58-40C8-B092-1DE63DB4547E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0AF7DF4-1F2A-61FD-0B12-C8DFAA2A74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11936" y="1184020"/>
            <a:ext cx="10168128" cy="5172330"/>
          </a:xfrm>
        </p:spPr>
        <p:txBody>
          <a:bodyPr>
            <a:normAutofit fontScale="85000" lnSpcReduction="20000"/>
          </a:bodyPr>
          <a:lstStyle/>
          <a:p>
            <a:pPr>
              <a:lnSpc>
                <a:spcPct val="120000"/>
              </a:lnSpc>
            </a:pPr>
            <a:r>
              <a:rPr lang="en-US" sz="2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Dataset:</a:t>
            </a:r>
            <a:r>
              <a:rPr lang="en-US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1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PlantVillage</a:t>
            </a:r>
            <a:r>
              <a:rPr lang="en-US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dataset containing 54,000+ images across 38 disease classes covering 14 plant species.</a:t>
            </a:r>
          </a:p>
          <a:p>
            <a:pPr>
              <a:lnSpc>
                <a:spcPct val="120000"/>
              </a:lnSpc>
            </a:pPr>
            <a:r>
              <a:rPr lang="en-US" sz="2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Split:</a:t>
            </a:r>
            <a:r>
              <a:rPr lang="en-US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Data is split into two parts: </a:t>
            </a:r>
          </a:p>
          <a:p>
            <a:pPr lvl="1">
              <a:lnSpc>
                <a:spcPct val="120000"/>
              </a:lnSpc>
              <a:buFont typeface="Courier New" panose="02070309020205020404" pitchFamily="49" charset="0"/>
              <a:buChar char="o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80% training</a:t>
            </a:r>
          </a:p>
          <a:p>
            <a:pPr lvl="1">
              <a:lnSpc>
                <a:spcPct val="120000"/>
              </a:lnSpc>
              <a:buFont typeface="Courier New" panose="02070309020205020404" pitchFamily="49" charset="0"/>
              <a:buChar char="o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20% validation</a:t>
            </a:r>
          </a:p>
          <a:p>
            <a:pPr>
              <a:lnSpc>
                <a:spcPct val="120000"/>
              </a:lnSpc>
            </a:pPr>
            <a:r>
              <a:rPr lang="en-IN" sz="2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Preprocessing:</a:t>
            </a:r>
            <a:r>
              <a:rPr lang="en-IN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lvl="1">
              <a:lnSpc>
                <a:spcPct val="120000"/>
              </a:lnSpc>
              <a:buFont typeface="Courier New" panose="02070309020205020404" pitchFamily="49" charset="0"/>
              <a:buChar char="o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Resized images to 128 x 128</a:t>
            </a:r>
          </a:p>
          <a:p>
            <a:pPr lvl="1">
              <a:lnSpc>
                <a:spcPct val="120000"/>
              </a:lnSpc>
              <a:buFont typeface="Courier New" panose="02070309020205020404" pitchFamily="49" charset="0"/>
              <a:buChar char="o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Normalized pixel values to [0,1]</a:t>
            </a:r>
          </a:p>
          <a:p>
            <a:pPr>
              <a:lnSpc>
                <a:spcPct val="120000"/>
              </a:lnSpc>
            </a:pPr>
            <a:r>
              <a:rPr lang="en-IN" sz="2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Model:</a:t>
            </a:r>
            <a:endParaRPr lang="en-US" sz="21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lnSpc>
                <a:spcPct val="120000"/>
              </a:lnSpc>
              <a:buFont typeface="Courier New" panose="02070309020205020404" pitchFamily="49" charset="0"/>
              <a:buChar char="o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Convolutional Neural Network trained on plant disease images</a:t>
            </a:r>
          </a:p>
          <a:p>
            <a:pPr lvl="1">
              <a:lnSpc>
                <a:spcPct val="120000"/>
              </a:lnSpc>
              <a:buFont typeface="Courier New" panose="02070309020205020404" pitchFamily="49" charset="0"/>
              <a:buChar char="o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Multi-layer architecture with pooling and dropout layers</a:t>
            </a:r>
          </a:p>
          <a:p>
            <a:pPr>
              <a:lnSpc>
                <a:spcPct val="120000"/>
              </a:lnSpc>
            </a:pPr>
            <a:r>
              <a:rPr lang="en-IN" sz="2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NLP System:</a:t>
            </a:r>
            <a:endParaRPr lang="en-US" sz="21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lnSpc>
                <a:spcPct val="120000"/>
              </a:lnSpc>
              <a:buFont typeface="Courier New" panose="02070309020205020404" pitchFamily="49" charset="0"/>
              <a:buChar char="o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Deep Translator API for multilingual support</a:t>
            </a:r>
          </a:p>
          <a:p>
            <a:pPr lvl="1">
              <a:lnSpc>
                <a:spcPct val="120000"/>
              </a:lnSpc>
              <a:buFont typeface="Courier New" panose="02070309020205020404" pitchFamily="49" charset="0"/>
              <a:buChar char="o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Script-based language detection using Unicode ranges</a:t>
            </a:r>
          </a:p>
          <a:p>
            <a:pPr lvl="1">
              <a:lnSpc>
                <a:spcPct val="120000"/>
              </a:lnSpc>
              <a:buFont typeface="Courier New" panose="02070309020205020404" pitchFamily="49" charset="0"/>
              <a:buChar char="o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Fuzzy symptom matching with 60% threshold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96EE4CC-2CED-BC92-3CE5-253BE8CC65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5856" y="1666240"/>
            <a:ext cx="4307840" cy="454152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1EF8F84-8F61-12EF-A86A-D909746DE493}"/>
              </a:ext>
            </a:extLst>
          </p:cNvPr>
          <p:cNvSpPr txBox="1"/>
          <p:nvPr/>
        </p:nvSpPr>
        <p:spPr>
          <a:xfrm>
            <a:off x="7691120" y="6207760"/>
            <a:ext cx="33121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Workflow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327428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3C219B-D84C-6BED-9A02-70DC33BA9C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924BA3-035E-9AE8-535C-EE6B9CE26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136525"/>
            <a:ext cx="10168128" cy="1179576"/>
          </a:xfrm>
        </p:spPr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Methodology and Workflow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A664BFDD-40F2-C126-5525-48234FAADA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5A5C87-DF58-40C8-B092-1DE63DB4547E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86CF1C-D26F-0BA6-2676-FDAF6F0BC1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0460" y="1316100"/>
            <a:ext cx="10168128" cy="4911979"/>
          </a:xfrm>
        </p:spPr>
        <p:txBody>
          <a:bodyPr>
            <a:normAutofit fontScale="85000" lnSpcReduction="20000"/>
          </a:bodyPr>
          <a:lstStyle/>
          <a:p>
            <a:pPr>
              <a:lnSpc>
                <a:spcPct val="120000"/>
              </a:lnSpc>
            </a:pPr>
            <a:r>
              <a:rPr lang="en-IN" sz="2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Dual Input Architecture:</a:t>
            </a:r>
            <a:endParaRPr lang="en-US" sz="21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lnSpc>
                <a:spcPct val="120000"/>
              </a:lnSpc>
              <a:buFont typeface="Courier New" panose="02070309020205020404" pitchFamily="49" charset="0"/>
              <a:buChar char="o"/>
            </a:pP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Image Analysis: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CNN-based classification for uploaded plant images</a:t>
            </a:r>
          </a:p>
          <a:p>
            <a:pPr lvl="1">
              <a:lnSpc>
                <a:spcPct val="120000"/>
              </a:lnSpc>
              <a:buFont typeface="Courier New" panose="02070309020205020404" pitchFamily="49" charset="0"/>
              <a:buChar char="o"/>
            </a:pP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Text Analysis: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NLP-based diagnosis from symptom descriptions in 13 languages</a:t>
            </a:r>
          </a:p>
          <a:p>
            <a:pPr>
              <a:lnSpc>
                <a:spcPct val="120000"/>
              </a:lnSpc>
            </a:pPr>
            <a:r>
              <a:rPr lang="en-IN" sz="2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 Integration:</a:t>
            </a:r>
          </a:p>
          <a:p>
            <a:pPr lvl="1">
              <a:lnSpc>
                <a:spcPct val="120000"/>
              </a:lnSpc>
              <a:buFont typeface="Courier New" panose="02070309020205020404" pitchFamily="49" charset="0"/>
              <a:buChar char="o"/>
            </a:pP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Flask REST API for model serving</a:t>
            </a:r>
          </a:p>
          <a:p>
            <a:pPr lvl="1">
              <a:lnSpc>
                <a:spcPct val="120000"/>
              </a:lnSpc>
              <a:buFont typeface="Courier New" panose="02070309020205020404" pitchFamily="49" charset="0"/>
              <a:buChar char="o"/>
            </a:pP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TensorFlow for inference</a:t>
            </a:r>
          </a:p>
          <a:p>
            <a:pPr lvl="1">
              <a:lnSpc>
                <a:spcPct val="120000"/>
              </a:lnSpc>
              <a:buFont typeface="Courier New" panose="02070309020205020404" pitchFamily="49" charset="0"/>
              <a:buChar char="o"/>
            </a:pP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Real-time translation pipeline</a:t>
            </a:r>
          </a:p>
          <a:p>
            <a:pPr>
              <a:lnSpc>
                <a:spcPct val="120000"/>
              </a:lnSpc>
            </a:pPr>
            <a:r>
              <a:rPr lang="en-IN" sz="2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Symptom Matching Algorithm:</a:t>
            </a:r>
          </a:p>
          <a:p>
            <a:pPr lvl="1">
              <a:lnSpc>
                <a:spcPct val="120000"/>
              </a:lnSpc>
              <a:buFont typeface="Courier New" panose="02070309020205020404" pitchFamily="49" charset="0"/>
              <a:buChar char="o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Pattern recognition on normalized symptom text </a:t>
            </a:r>
          </a:p>
          <a:p>
            <a:pPr lvl="1">
              <a:lnSpc>
                <a:spcPct val="120000"/>
              </a:lnSpc>
              <a:buFont typeface="Courier New" panose="02070309020205020404" pitchFamily="49" charset="0"/>
              <a:buChar char="o"/>
            </a:pP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Confidence-based disease ranking</a:t>
            </a:r>
          </a:p>
          <a:p>
            <a:pPr>
              <a:lnSpc>
                <a:spcPct val="120000"/>
              </a:lnSpc>
            </a:pPr>
            <a:r>
              <a:rPr lang="en-IN" sz="2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Multilingual Translation:</a:t>
            </a:r>
          </a:p>
          <a:p>
            <a:pPr lvl="1">
              <a:lnSpc>
                <a:spcPct val="120000"/>
              </a:lnSpc>
              <a:buFont typeface="Courier New" panose="02070309020205020404" pitchFamily="49" charset="0"/>
              <a:buChar char="o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Auto-detection of 12 Indian languages + English</a:t>
            </a:r>
          </a:p>
          <a:p>
            <a:pPr lvl="1">
              <a:lnSpc>
                <a:spcPct val="120000"/>
              </a:lnSpc>
              <a:buFont typeface="Courier New" panose="02070309020205020404" pitchFamily="49" charset="0"/>
              <a:buChar char="o"/>
            </a:pP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Bidirectional translation</a:t>
            </a:r>
          </a:p>
          <a:p>
            <a:pPr>
              <a:lnSpc>
                <a:spcPct val="120000"/>
              </a:lnSpc>
            </a:pPr>
            <a:r>
              <a:rPr lang="en-IN" sz="2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Deployment: </a:t>
            </a:r>
          </a:p>
          <a:p>
            <a:pPr lvl="1">
              <a:lnSpc>
                <a:spcPct val="120000"/>
              </a:lnSpc>
              <a:buFont typeface="Courier New" panose="02070309020205020404" pitchFamily="49" charset="0"/>
              <a:buChar char="o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Web-based interface with responsive design</a:t>
            </a: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1451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209E4-B947-4446-AD42-C1B3A0C1F5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01650"/>
            <a:ext cx="10168128" cy="1179576"/>
          </a:xfrm>
        </p:spPr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Analysis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27357B90-43D4-43A9-9C2B-156AED8FFF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5A5C87-DF58-40C8-B092-1DE63DB4547E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E34869-77E4-12FA-1A4E-C855ED7EC36E}"/>
              </a:ext>
            </a:extLst>
          </p:cNvPr>
          <p:cNvSpPr txBox="1"/>
          <p:nvPr/>
        </p:nvSpPr>
        <p:spPr>
          <a:xfrm>
            <a:off x="1639824" y="2047478"/>
            <a:ext cx="10911840" cy="43088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Analysis: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Language Barrier: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70% of Indian farmers speak regional languages, not English .</a:t>
            </a: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Accessibility Gap: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Limited access to agricultural experts in rural areas .</a:t>
            </a: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Time-Critical Decisions: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Disease spreads rapidly so early detection is crucial .</a:t>
            </a:r>
          </a:p>
          <a:p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Solution Analysis:</a:t>
            </a: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AutoNum type="arabicPeriod"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Multilingual Support: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Automatic language detection for 12 Indian languages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Real-time translation using Deep Translator API </a:t>
            </a:r>
          </a:p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  Dual Detection Approach: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Combined image and text analysis approach for higher reliability</a:t>
            </a:r>
          </a:p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  Accessibility Features: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Simple drag-and-drop interface with zero learning curve</a:t>
            </a:r>
          </a:p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 Smart Diagnosis Engine: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Symptom matching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Contextual treatment recommendations</a:t>
            </a:r>
          </a:p>
        </p:txBody>
      </p:sp>
    </p:spTree>
    <p:extLst>
      <p:ext uri="{BB962C8B-B14F-4D97-AF65-F5344CB8AC3E}">
        <p14:creationId xmlns:p14="http://schemas.microsoft.com/office/powerpoint/2010/main" val="42663536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9">
            <a:extLst>
              <a:ext uri="{FF2B5EF4-FFF2-40B4-BE49-F238E27FC236}">
                <a16:creationId xmlns:a16="http://schemas.microsoft.com/office/drawing/2014/main" id="{3B0FAD77-BC9B-4F5F-94D5-AA246F14F9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5672" y="136525"/>
            <a:ext cx="10168128" cy="1179576"/>
          </a:xfrm>
        </p:spPr>
        <p:txBody>
          <a:bodyPr/>
          <a:lstStyle/>
          <a:p>
            <a:pPr algn="ctr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 Architecture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BFF618EE-5A1C-450F-9B69-114AD2057982}"/>
              </a:ext>
            </a:extLst>
          </p:cNvPr>
          <p:cNvSpPr>
            <a:spLocks noGrp="1"/>
          </p:cNvSpPr>
          <p:nvPr>
            <p:ph type="sldNum" sz="quarter" idx="34"/>
          </p:nvPr>
        </p:nvSpPr>
        <p:spPr/>
        <p:txBody>
          <a:bodyPr/>
          <a:lstStyle/>
          <a:p>
            <a:fld id="{A65A5C87-DF58-40C8-B092-1DE63DB4547E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7676D7D-4769-C5F7-8665-B1EA2C92191D}"/>
              </a:ext>
            </a:extLst>
          </p:cNvPr>
          <p:cNvSpPr txBox="1"/>
          <p:nvPr/>
        </p:nvSpPr>
        <p:spPr>
          <a:xfrm>
            <a:off x="930656" y="2014597"/>
            <a:ext cx="10962640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Convolutional Neural Network Architecture: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Conv2D +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ReLU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layers for feature extraction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MaxPooling2D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to reduce spatial dimensions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Stacked convolution blocks for deeper representation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Flatten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layer to convert features into 1D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Dense layers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 classification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Softmax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output layer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to predict the disease class</a:t>
            </a:r>
          </a:p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Training Pipeline: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Loss Function: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Sparse Categorical </a:t>
            </a:r>
            <a:r>
              <a:rPr lang="en-IN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Crossentropy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Optimizer: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Adam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Metrics: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Accuracy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Prediction Pipeline: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Takes a new uploaded leaf image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Preprocesses: resizing and normalization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Passes through the trained CNN</a:t>
            </a:r>
          </a:p>
          <a:p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92848E6-8402-FBD3-A037-F83CA9D831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1800" y="1118235"/>
            <a:ext cx="4572000" cy="505555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B3C08F1-AD62-768B-37D1-A3259958B62A}"/>
              </a:ext>
            </a:extLst>
          </p:cNvPr>
          <p:cNvSpPr txBox="1"/>
          <p:nvPr/>
        </p:nvSpPr>
        <p:spPr>
          <a:xfrm>
            <a:off x="7030720" y="6356350"/>
            <a:ext cx="43230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CNN architecture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521308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51886-AA43-422E-B193-F1F3DF7D8A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PROJECT SUMMARY AND OUTCOMES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4BD4F9CE-26BB-4441-99A7-B6599E9CF4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A65A5C87-DF58-40C8-B092-1DE63DB4547E}" type="slidenum">
              <a:rPr lang="en-US" smtClean="0"/>
              <a:t>7</a:t>
            </a:fld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6CE34BF-DE2D-9979-CE24-4679559DD5F6}"/>
              </a:ext>
            </a:extLst>
          </p:cNvPr>
          <p:cNvSpPr txBox="1"/>
          <p:nvPr/>
        </p:nvSpPr>
        <p:spPr>
          <a:xfrm>
            <a:off x="687832" y="2590800"/>
            <a:ext cx="1102360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Project Summary: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Developed a comprehensive AI-powered plant disease detection system that democratizes agricultural knowledge by providing instant, accurate diagnosis in farmers' native languages. The system combines cutting-edge Convolutional Neural Network with advanced NLP to offer dual input methods - image upload and text-based symptom description.</a:t>
            </a:r>
          </a:p>
          <a:p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Features Delivered: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Dual detection system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Support for 13 languages (12 Indian + English)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38 plant disease classifications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Detailed treatment recommendations</a:t>
            </a:r>
          </a:p>
        </p:txBody>
      </p:sp>
    </p:spTree>
    <p:extLst>
      <p:ext uri="{BB962C8B-B14F-4D97-AF65-F5344CB8AC3E}">
        <p14:creationId xmlns:p14="http://schemas.microsoft.com/office/powerpoint/2010/main" val="26246300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1E461D-F278-9592-C94B-A605C89912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AF1B4B-3CB2-194F-CC83-866DC3C460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2116" y="141223"/>
            <a:ext cx="10168128" cy="1179576"/>
          </a:xfrm>
        </p:spPr>
        <p:txBody>
          <a:bodyPr/>
          <a:lstStyle/>
          <a:p>
            <a:pPr algn="ctr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PROJECT SUMMARY AND OUTCOMES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0308B9B8-0EFC-797E-151F-F8AA4C332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A65A5C87-DF58-40C8-B092-1DE63DB4547E}" type="slidenum">
              <a:rPr lang="en-US" smtClean="0"/>
              <a:t>8</a:t>
            </a:fld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DCF6A66-D23D-07F9-CE84-98670BCF0ED1}"/>
              </a:ext>
            </a:extLst>
          </p:cNvPr>
          <p:cNvSpPr txBox="1"/>
          <p:nvPr/>
        </p:nvSpPr>
        <p:spPr>
          <a:xfrm>
            <a:off x="754380" y="1363395"/>
            <a:ext cx="11023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Outcomes:</a:t>
            </a:r>
          </a:p>
          <a:p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24C349B-5B97-42C7-BEF7-8CE2128051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848" y="2004646"/>
            <a:ext cx="3772408" cy="407415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FCCA769-E04E-2A89-09ED-EC699D72A6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9976" y="2004645"/>
            <a:ext cx="3772408" cy="407416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79D5FD3-1422-1578-3190-64EB5DCE516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25104" y="2004645"/>
            <a:ext cx="3559048" cy="407416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3F12CF94-847D-F868-205D-D0A149BDB9FA}"/>
              </a:ext>
            </a:extLst>
          </p:cNvPr>
          <p:cNvSpPr txBox="1"/>
          <p:nvPr/>
        </p:nvSpPr>
        <p:spPr>
          <a:xfrm>
            <a:off x="386080" y="6207760"/>
            <a:ext cx="3694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Image based Analysis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CEAD9BB-DB16-8CB7-94F9-B9131A69C4C0}"/>
              </a:ext>
            </a:extLst>
          </p:cNvPr>
          <p:cNvSpPr txBox="1"/>
          <p:nvPr/>
        </p:nvSpPr>
        <p:spPr>
          <a:xfrm>
            <a:off x="4379976" y="6207760"/>
            <a:ext cx="37724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Text based Analysis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4A17B81-452E-00BB-5C54-A47E58E32488}"/>
              </a:ext>
            </a:extLst>
          </p:cNvPr>
          <p:cNvSpPr txBox="1"/>
          <p:nvPr/>
        </p:nvSpPr>
        <p:spPr>
          <a:xfrm>
            <a:off x="8422640" y="6207760"/>
            <a:ext cx="34615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Multilingual text analysis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557640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61840C-DF93-5CBA-C6D6-CAB8A9BAF2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88B57D-3796-B94B-3552-223EEF6BBA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Future Enhancements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C8068F03-C7B4-BC13-7D6B-5183B39ACF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5A5C87-DF58-40C8-B092-1DE63DB4547E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22B5638-7B08-CB3C-D0B6-71C030248B7B}"/>
              </a:ext>
            </a:extLst>
          </p:cNvPr>
          <p:cNvSpPr txBox="1"/>
          <p:nvPr/>
        </p:nvSpPr>
        <p:spPr>
          <a:xfrm>
            <a:off x="1117600" y="1712671"/>
            <a:ext cx="11074400" cy="46592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Planned Improvements</a:t>
            </a:r>
          </a:p>
          <a:p>
            <a:pPr>
              <a:lnSpc>
                <a:spcPct val="150000"/>
              </a:lnSpc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Support for 20+ Plant Species: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Expand the model to detect diseases across more crops for wider agricultural impact.</a:t>
            </a:r>
          </a:p>
          <a:p>
            <a:pPr>
              <a:lnSpc>
                <a:spcPct val="150000"/>
              </a:lnSpc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ONNX Model for Mobile Deployment: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Convert the model to ONNX format to enable efficient, on-device prediction on Android/iOS.</a:t>
            </a:r>
          </a:p>
          <a:p>
            <a:pPr>
              <a:lnSpc>
                <a:spcPct val="150000"/>
              </a:lnSpc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Voice-Based Symptom Input: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Allow farmers to describe symptoms using speech in their native language for easier usability.</a:t>
            </a:r>
          </a:p>
          <a:p>
            <a:pPr>
              <a:lnSpc>
                <a:spcPct val="150000"/>
              </a:lnSpc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Offline Mode: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Enable predictions without internet by using lightweight, device-optimized models.</a:t>
            </a:r>
          </a:p>
          <a:p>
            <a:pPr>
              <a:lnSpc>
                <a:spcPct val="150000"/>
              </a:lnSpc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In-App Farmer Advisory System: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 actionable guidance, prevention tips, and agricultural best practices directly within the system.</a:t>
            </a:r>
          </a:p>
        </p:txBody>
      </p:sp>
    </p:spTree>
    <p:extLst>
      <p:ext uri="{BB962C8B-B14F-4D97-AF65-F5344CB8AC3E}">
        <p14:creationId xmlns:p14="http://schemas.microsoft.com/office/powerpoint/2010/main" val="40009170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209E4-B947-4446-AD42-C1B3A0C1F5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Learning Outcomes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1A06BCBE-7F1D-4794-A964-0B03C6178B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5A5C87-DF58-40C8-B092-1DE63DB4547E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D66CE5B-AC7B-8528-6F47-152F35958894}"/>
              </a:ext>
            </a:extLst>
          </p:cNvPr>
          <p:cNvSpPr txBox="1"/>
          <p:nvPr/>
        </p:nvSpPr>
        <p:spPr>
          <a:xfrm>
            <a:off x="3648456" y="2682240"/>
            <a:ext cx="11074400" cy="29540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By completing this project, I learned: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Deep Learning for Image Classification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Preprocessing &amp; Augmentation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Building Custom CNN Models in TensorFlow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 Training, Validation &amp; Evaluation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Real-World Application Understanding</a:t>
            </a:r>
          </a:p>
          <a:p>
            <a:pPr>
              <a:lnSpc>
                <a:spcPct val="150000"/>
              </a:lnSpc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30665396"/>
      </p:ext>
    </p:extLst>
  </p:cSld>
  <p:clrMapOvr>
    <a:masterClrMapping/>
  </p:clrMapOvr>
</p:sld>
</file>

<file path=ppt/theme/theme1.xml><?xml version="1.0" encoding="utf-8"?>
<a:theme xmlns:a="http://schemas.openxmlformats.org/drawingml/2006/main" name="AccentBoxVTI">
  <a:themeElements>
    <a:clrScheme name="AccentBoxVTI">
      <a:dk1>
        <a:srgbClr val="000000"/>
      </a:dk1>
      <a:lt1>
        <a:sysClr val="window" lastClr="FFFFFF"/>
      </a:lt1>
      <a:dk2>
        <a:srgbClr val="262626"/>
      </a:dk2>
      <a:lt2>
        <a:srgbClr val="FFFFFF"/>
      </a:lt2>
      <a:accent1>
        <a:srgbClr val="F5A700"/>
      </a:accent1>
      <a:accent2>
        <a:srgbClr val="00A5AB"/>
      </a:accent2>
      <a:accent3>
        <a:srgbClr val="09963B"/>
      </a:accent3>
      <a:accent4>
        <a:srgbClr val="E64823"/>
      </a:accent4>
      <a:accent5>
        <a:srgbClr val="9C6A6A"/>
      </a:accent5>
      <a:accent6>
        <a:srgbClr val="824F8C"/>
      </a:accent6>
      <a:hlink>
        <a:srgbClr val="2998E3"/>
      </a:hlink>
      <a:folHlink>
        <a:srgbClr val="7F723D"/>
      </a:folHlink>
    </a:clrScheme>
    <a:fontScheme name="Avenir">
      <a:majorFont>
        <a:latin typeface="Avenir Next LT Pro"/>
        <a:ea typeface=""/>
        <a:cs typeface=""/>
      </a:majorFont>
      <a:minorFont>
        <a:latin typeface="Avenir Next L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ccentBoxVTI" id="{9F778A78-DC9A-453A-A82D-A75CAD503E15}" vid="{EA961113-7CC4-4569-8A6A-7BC2C1E2F40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426e97fa315356fffbdcd9876fe988c2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14b8f0def80e6d70ce3def20c90759a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1DF0A252-5923-47A2-A53A-F9BF7290891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B927DC71-2909-427C-BDB0-3E47E210151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90D7697-8E53-4EA8-8CBB-9C19575257BF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AccentBox presentation</Template>
  <TotalTime>801</TotalTime>
  <Words>707</Words>
  <Application>Microsoft Office PowerPoint</Application>
  <PresentationFormat>Widescreen</PresentationFormat>
  <Paragraphs>117</Paragraphs>
  <Slides>10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7" baseType="lpstr">
      <vt:lpstr>Arial</vt:lpstr>
      <vt:lpstr>Avenir Next LT Pro</vt:lpstr>
      <vt:lpstr>Calibri</vt:lpstr>
      <vt:lpstr>Courier New</vt:lpstr>
      <vt:lpstr>Segoe UI</vt:lpstr>
      <vt:lpstr>Times New Roman</vt:lpstr>
      <vt:lpstr>AccentBoxVTI</vt:lpstr>
      <vt:lpstr>Infosys Springboard Internship AgroBot: A multilingual farming assistant</vt:lpstr>
      <vt:lpstr>Project Objectives</vt:lpstr>
      <vt:lpstr>Methodology and Workflow</vt:lpstr>
      <vt:lpstr>Methodology and Workflow</vt:lpstr>
      <vt:lpstr>Key Analysis</vt:lpstr>
      <vt:lpstr>Model Architecture</vt:lpstr>
      <vt:lpstr>PROJECT SUMMARY AND OUTCOMES</vt:lpstr>
      <vt:lpstr>PROJECT SUMMARY AND OUTCOMES</vt:lpstr>
      <vt:lpstr>Future Enhancements</vt:lpstr>
      <vt:lpstr>Learning Outcomes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Sanchita H</dc:creator>
  <cp:lastModifiedBy>Sanchita H</cp:lastModifiedBy>
  <cp:revision>10</cp:revision>
  <dcterms:created xsi:type="dcterms:W3CDTF">2025-06-14T15:22:18Z</dcterms:created>
  <dcterms:modified xsi:type="dcterms:W3CDTF">2025-11-27T04:14:21Z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